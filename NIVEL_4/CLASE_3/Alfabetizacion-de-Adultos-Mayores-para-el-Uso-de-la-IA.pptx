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  <p:embeddedFont>
      <p:font typeface="Roboto Mono"/>
      <p:regular r:id="rId201317"/>
    </p:embeddedFont>
    <p:embeddedFont>
      <p:font typeface="Roboto Mono Medium"/>
      <p:regular r:id="rId201318"/>
    </p:embeddedFont>
    <p:embeddedFont>
      <p:font typeface="Roboto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Alfabetización de Adultos Mayores para el Uso de la IA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Descubre cómo la Inteligencia Artificial puede convertirse en tu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asistente personal, aliado cognitivo y compañero diario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la era digital.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032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Objetivo de esta guía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4591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Brindar a las personas adultas mayores y a sus educadores una metodología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amigable, accesible y libre de tecnicismos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comprender, dominar y aprovechar con seguridad las herramientas de Inteligencia Artificial Generativa en la vida cotidiana.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366"/>
            <a:ext cx="843409" cy="188565"/>
          </a:xfrm>
          <a:prstGeom prst="roundRect">
            <a:avLst>
              <a:gd name="adj" fmla="val 7894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41573"/>
            <a:ext cx="115178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6315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7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Perdiendo el miedo a la Inteligencia Artificial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96194"/>
            <a:ext cx="5192688" cy="2920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136" y="2210619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Durante décadas, la tecnología se ha presentado como algo lejano y complejo. La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10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 Generativa</a:t>
            </a:r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cambia esto: permite interactuar mediante </a:t>
            </a:r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lenguaje natural</a:t>
            </a:r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como hablarías con un amigo.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96136" y="3076798"/>
            <a:ext cx="2656433" cy="1001316"/>
          </a:xfrm>
          <a:prstGeom prst="roundRect">
            <a:avLst>
              <a:gd name="adj" fmla="val 1858"/>
            </a:avLst>
          </a:prstGeom>
          <a:solidFill>
            <a:srgbClr val="6680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110" y="3241104"/>
            <a:ext cx="155004" cy="123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99088" y="3205386"/>
            <a:ext cx="212950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IA no reemplaza tu criterio ni tu experiencia: es un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10" kern="0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copiloto paciente</a:t>
            </a:r>
            <a:pPr algn="l" indent="0" marL="0">
              <a:lnSpc>
                <a:spcPct val="125000"/>
              </a:lnSpc>
              <a:buNone/>
            </a:pPr>
            <a:r>
              <a:rPr lang="en-US" sz="950" spc="-1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nunca se cansa de explicar las cosas.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5486"/>
            <a:ext cx="772716" cy="215354"/>
          </a:xfrm>
          <a:prstGeom prst="roundRect">
            <a:avLst>
              <a:gd name="adj" fmla="val 790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37977"/>
            <a:ext cx="105980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675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la IA y cómo puede ayudarte?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2313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Imagina un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bibliotecario y secretario personal hipereficiente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disponible las 24 horas para ayudarte.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09415"/>
            <a:ext cx="4004965" cy="1048420"/>
          </a:xfrm>
          <a:prstGeom prst="roundRect">
            <a:avLst>
              <a:gd name="adj" fmla="val 2028"/>
            </a:avLst>
          </a:prstGeom>
          <a:solidFill>
            <a:srgbClr val="404040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251174"/>
            <a:ext cx="37214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Estimulación cognitiva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562448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Ejercicios de memoria, juegos de palabras, trivias y aprendizaje de idiomas a tu ritmo.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109415"/>
            <a:ext cx="4005039" cy="1048420"/>
          </a:xfrm>
          <a:prstGeom prst="roundRect">
            <a:avLst>
              <a:gd name="adj" fmla="val 2028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2251174"/>
            <a:ext cx="37215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Autonomía en trámites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4601" y="2562448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Resumir cartas, interpretar documentos administrativos o explicar prospectos de medicamentos.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99594"/>
            <a:ext cx="4004965" cy="1048420"/>
          </a:xfrm>
          <a:prstGeom prst="roundRect">
            <a:avLst>
              <a:gd name="adj" fmla="val 2028"/>
            </a:avLst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441353"/>
            <a:ext cx="37214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Creatividad y ocio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75262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Listas de lectura, itinerarios de viaje, recetas con lo que tienes en casa o cuentos para nietos.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299594"/>
            <a:ext cx="4005039" cy="1048420"/>
          </a:xfrm>
          <a:prstGeom prst="roundRect">
            <a:avLst>
              <a:gd name="adj" fmla="val 2028"/>
            </a:avLst>
          </a:prstGeom>
          <a:solidFill>
            <a:srgbClr val="40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3441353"/>
            <a:ext cx="37215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✉️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Comunicación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752627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Redactar correos formales, mensajes de felicitación o cartas a entidades.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1864"/>
            <a:ext cx="531093" cy="148010"/>
          </a:xfrm>
          <a:prstGeom prst="roundRect">
            <a:avLst>
              <a:gd name="adj" fmla="val 7902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54534" y="421035"/>
            <a:ext cx="871463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666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58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Primeros pasos: cómo «conversar» con un asistente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971624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spc="-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usar herramientas como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spc="-8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ChatGPT, Gemini o Claude</a:t>
            </a:r>
            <a:pPr algn="l" indent="0" marL="0">
              <a:lnSpc>
                <a:spcPct val="113000"/>
              </a:lnSpc>
              <a:buNone/>
            </a:pPr>
            <a:r>
              <a:rPr lang="en-US" sz="750" spc="-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 utiliza un </a:t>
            </a:r>
            <a:pPr algn="l" indent="0" marL="0">
              <a:lnSpc>
                <a:spcPct val="113000"/>
              </a:lnSpc>
              <a:buNone/>
            </a:pPr>
            <a:r>
              <a:rPr lang="en-US" sz="750" spc="-8" kern="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pPr algn="l" indent="0" marL="0">
              <a:lnSpc>
                <a:spcPct val="113000"/>
              </a:lnSpc>
              <a:buNone/>
            </a:pPr>
            <a:r>
              <a:rPr lang="en-US" sz="750" spc="-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la instrucción o pregunta que le haces al asistente.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683" y="1178570"/>
            <a:ext cx="8066633" cy="33660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69342" y="1333695"/>
            <a:ext cx="1834115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Contexto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69342" y="1628173"/>
            <a:ext cx="3143980" cy="15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150" spc="-13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 quién eres o tu situación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69470" y="2429070"/>
            <a:ext cx="1834115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Claridad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69470" y="2723547"/>
            <a:ext cx="3143980" cy="15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150" spc="-13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exactamente qué necesitas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69470" y="3558962"/>
            <a:ext cx="1834115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Formato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69470" y="3853439"/>
            <a:ext cx="3143980" cy="15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150" spc="-13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 el tipo de respuesta deseada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4619997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spc="-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estas tres claves —Contexto, Claridad y Formato— garantiza respuestas útiles y adaptadas a tus necesidades.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87623"/>
            <a:ext cx="1400473" cy="215354"/>
          </a:xfrm>
          <a:prstGeom prst="roundRect">
            <a:avLst>
              <a:gd name="adj" fmla="val 790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30114"/>
            <a:ext cx="16875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 — EJEMPLO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596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Fórmula de las 3C en acción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08720" y="2074738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«Soy un adulto mayor de 70 años. Quiero preparar una cena ligera con pollo, espinacas y zanahorias que tengo en la nevera. Por favor, dame una receta sencilla de 4 pasos, explicada sin términos culinarios difíciles.»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915269"/>
            <a:ext cx="19050" cy="772567"/>
          </a:xfrm>
          <a:prstGeom prst="roundRect">
            <a:avLst>
              <a:gd name="adj" fmla="val 50000"/>
            </a:avLst>
          </a:prstGeom>
          <a:solidFill>
            <a:srgbClr val="DCFF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847305"/>
            <a:ext cx="2622724" cy="13085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127" y="300811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Contexto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3127" y="3314626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«Soy un adulto mayor de 70 años… tengo pollo, espinacas y zanahorias»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847305"/>
            <a:ext cx="2622724" cy="1308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7610" y="300811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Claridad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97610" y="331462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«Quiero preparar una cena ligera… dame una receta»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847305"/>
            <a:ext cx="2622724" cy="13085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2092" y="300811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Formato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62092" y="331462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«…de 4 pasos, explicada sin términos culinarios difíciles»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5764"/>
            <a:ext cx="772716" cy="215354"/>
          </a:xfrm>
          <a:prstGeom prst="roundRect">
            <a:avLst>
              <a:gd name="adj" fmla="val 790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8254"/>
            <a:ext cx="105980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8782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Aplicaciones prácticas para la vida diaria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86396"/>
            <a:ext cx="8151763" cy="2741265"/>
          </a:xfrm>
          <a:prstGeom prst="roundRect">
            <a:avLst>
              <a:gd name="adj" fmla="val 77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29999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938016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34922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87254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1980977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Área de uso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2538" y="1980977"/>
            <a:ext cx="6036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Ejemplo de instrucción a la 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392189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Salud y bienestar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2538" y="2392189"/>
            <a:ext cx="55788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«Explícame en términos sencillos qué significa 'administración posprandial' en este prospecto.»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3030215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Hogar y organización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2538" y="3030215"/>
            <a:ext cx="6036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«Ayúdame a organizar un plan semanal para regar mis plantas de interior.»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441427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Ocio y memoria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2538" y="3441427"/>
            <a:ext cx="55788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«Hazme un cuestionario de 5 preguntas sobre la historia de los años 60 para ejercitar mi memoria.»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4079453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Redacción familiar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2538" y="4079453"/>
            <a:ext cx="55788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«Escribe un mensaje cariñoso para mi nieta que se graduó de la universidad, resaltando lo orgulloso que estoy.»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9798"/>
            <a:ext cx="700460" cy="195114"/>
          </a:xfrm>
          <a:prstGeom prst="roundRect">
            <a:avLst>
              <a:gd name="adj" fmla="val 7902"/>
            </a:avLst>
          </a:prstGeom>
          <a:solidFill>
            <a:srgbClr val="3D4D00"/>
          </a:solidFill>
          <a:ln/>
        </p:spPr>
      </p:sp>
      <p:sp>
        <p:nvSpPr>
          <p:cNvPr id="4" name="Text 1"/>
          <p:cNvSpPr/>
          <p:nvPr/>
        </p:nvSpPr>
        <p:spPr>
          <a:xfrm>
            <a:off x="4002137" y="448270"/>
            <a:ext cx="1003622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651421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7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Seguridad, privacidad y prevención de engaños</a:t>
            </a:r>
            <a:endParaRPr lang="en-US" sz="2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28924"/>
            <a:ext cx="4722763" cy="9573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4995" y="1771650"/>
            <a:ext cx="4380161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Nunca compartas datos sensibles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124995" y="2051670"/>
            <a:ext cx="43801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Jamás introduzcas contraseñas, números de tarjetas, claves bancarias o datos de identificación personal (DNI/cédula) en ventanas de chat.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02644"/>
            <a:ext cx="4722763" cy="9573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4995" y="2845371"/>
            <a:ext cx="4380161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Verifica la información crítica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124995" y="3125391"/>
            <a:ext cx="43801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IA puede cometer errores o «alucinar» datos. Para decisiones médicas, financieras o legales, consulta siempre con un profesional humano.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76365"/>
            <a:ext cx="4722763" cy="9573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24995" y="3919091"/>
            <a:ext cx="4380161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50" spc="-38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Cuidado con los enlaces externos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124995" y="4199111"/>
            <a:ext cx="43801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10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una IA o página web sospechosa te pide descargar un archivo o hacer clic en un enlace no verificado, ignóralo.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65945"/>
            <a:ext cx="772716" cy="215354"/>
          </a:xfrm>
          <a:prstGeom prst="roundRect">
            <a:avLst>
              <a:gd name="adj" fmla="val 790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408435"/>
            <a:ext cx="105980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380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Taller práctico: 3 ejercicios guiados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2935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6" name="Text 4"/>
          <p:cNvSpPr/>
          <p:nvPr/>
        </p:nvSpPr>
        <p:spPr>
          <a:xfrm>
            <a:off x="549287" y="232015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50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6816" y="234225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Recomendador de lectura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6816" y="2870225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«Me gustan las novelas históricas del siglo XIX y los misterios suaves. Recomiéndame 3 libros con una breve descripción.»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2433" y="22935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3325602" y="232015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50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733130" y="234225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Explicador de noticias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33130" y="2870225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«Explícame el 'cambio climático global' como un profesor amable, en 2 párrafos cortos y sin palabras técnicas.»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8747" y="22935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4" name="Text 12"/>
          <p:cNvSpPr/>
          <p:nvPr/>
        </p:nvSpPr>
        <p:spPr>
          <a:xfrm>
            <a:off x="6101916" y="232015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50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09445" y="234225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Organizador de actividades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09445" y="2870225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«Diseña una rutina de estiramientos suaves de 10 minutos para hacer por las mañanas sentado en una silla.»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5289"/>
            <a:ext cx="691232" cy="215354"/>
          </a:xfrm>
          <a:prstGeom prst="roundRect">
            <a:avLst>
              <a:gd name="adj" fmla="val 7900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7779"/>
            <a:ext cx="9783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GLOSARIO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734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Términos tecnológicos en lenguaje cotidiano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95921"/>
            <a:ext cx="8151763" cy="2722215"/>
          </a:xfrm>
          <a:prstGeom prst="roundRect">
            <a:avLst>
              <a:gd name="adj" fmla="val 78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90068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2714" y="1990502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Término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7737" y="1990502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Significado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881" y="2307134"/>
            <a:ext cx="814223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2396951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Inteligencia Artificial (IA)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7737" y="2396951"/>
            <a:ext cx="5413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informáticos capaces de realizar tareas que normalmente requieren inteligencia humana, como entender el lenguaje o reconocer imágenes.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94039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714" y="3030215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Prompt (Indicación)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7737" y="3030215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instrucción, pregunta o texto que le escribes a la IA para pedirle algo.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881" y="3346847"/>
            <a:ext cx="814223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2714" y="3436665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ChatGPT / Gemini / Claude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87737" y="3436665"/>
            <a:ext cx="5413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Nombres de diferentes programas o asistentes de IA con los que puedes conversar por escrito o por voz.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881" y="3980111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2714" y="406992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11" kern="0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Lenguaje Natural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87737" y="4069928"/>
            <a:ext cx="5413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11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forma en que hablamos y escribimos los seres humanos normalmente, sin necesidad de usar códigos de programación.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2026-08-10T20:38:15Z</dcterms:created>
  <dcterms:modified xsi:type="dcterms:W3CDTF">2026-08-10T20:38:15Z</dcterms:modified>
</cp:coreProperties>
</file>